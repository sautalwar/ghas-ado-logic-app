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78D4"/>
                </a:solidFill>
              </a:defRPr>
            </a:pPr>
            <a:r>
              <a:t>GHAS → Azure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Automated Vulnerability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</a:defRPr>
            </a:pPr>
            <a:r>
              <a:t>Seamless integration between GitHub Advanced Security and Azure DevOps Work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</a:defRPr>
            </a:pPr>
            <a:r>
              <a:t>Learfield Customer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Powered by Azure Logic Apps  |  Bicep IaC  |  GitHub Webhooks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⚠️  Security vulnerabilities detected in GHAS go untracked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🔄  Manual process: Open GHAS → Go to ADO → Create work item → Link back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⏱️  Time-consuming and error-prone — developers skip it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🔗  No traceability between security alerts and dev work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❌  Work items stay open even after vulnerabilities are fixed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📊  Security team lacks visibility into remediation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"We need this to happen automatically.</a:t>
            </a:r>
            <a:br/>
            <a:r>
              <a:t>When GHAS finds something,</a:t>
            </a:r>
            <a:br/>
            <a:r>
              <a:t>ADO should know about it instantly.</a:t>
            </a:r>
            <a:br/>
            <a:r>
              <a:t>No human in the loop."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A0A0"/>
                </a:solidFill>
              </a:defRPr>
            </a:pPr>
            <a:r>
              <a:t>— Customer Feedback (Learfield)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The Solution: Azure Logic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🔔  GitHub webhook triggers on every GHAS alert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⚡  Azure Logic App processes the event in real-time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📋  ADO work item created automatically with full metadata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✅  Auto-closes work item when vulnerability is resolved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🏷️  Deduplication via tags — no duplicate work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A043"/>
                </a:solidFill>
              </a:defRPr>
            </a:pPr>
            <a:r>
              <a:t>GitHub GHAS  ──webhook──▶  Azure Logic App  ──REST API──▶  Azure DevOps</a:t>
            </a:r>
            <a:br/>
            <a:r>
              <a:t>(Code Scanning, Dependabot, Secret Scanning)       (Consumption tier)              (Work Items + Tags)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</a:defRPr>
            </a:pPr>
            <a:r>
              <a:t>Supports all 3 GHAS alert types  •  Infrastructure as Code (Bicep)  •  Zero ongoing 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A043"/>
                </a:solidFill>
              </a:defRPr>
            </a:pPr>
            <a:r>
              <a:t>┌─────────────────┐        ┌──────────────────────────────┐        ┌─────────────────────┐</a:t>
            </a:r>
            <a:br/>
            <a:r>
              <a:t>│   GitHub Repo    │        │     Azure Logic App          │        │   Azure DevOps       │</a:t>
            </a:r>
            <a:br/>
            <a:r>
              <a:t>│                  │        │                              │        │                      │</a:t>
            </a:r>
            <a:br/>
            <a:r>
              <a:t>│  GHAS Alerts:    │─────▶│  1. Receive Webhook          │─────▶│  Query existing WIs  │</a:t>
            </a:r>
            <a:br/>
            <a:r>
              <a:t>│  • Code Scanning │ POST  │  2. Parse alert metadata     │ WIQL  │  (dedup check)       │</a:t>
            </a:r>
            <a:br/>
            <a:r>
              <a:t>│  • Dependabot    │       │  3. Normalize fields         │       │                      │</a:t>
            </a:r>
            <a:br/>
            <a:r>
              <a:t>│  • Secret Scan   │       │  4. Check: create or close?  │       │  Create new Issue    │</a:t>
            </a:r>
            <a:br/>
            <a:r>
              <a:t>│                  │       │  5. Dedup via GHAS tag       │ PATCH │  OR close existing   │</a:t>
            </a:r>
            <a:br/>
            <a:r>
              <a:t>│  Webhook fires   │       │  6. Create / Close WI        │       │  with comment        │</a:t>
            </a:r>
            <a:br/>
            <a:r>
              <a:t>└─────────────────┘        └──────────────────────────────┘        └─────────────────────┘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Work Item Fields: Title, Description (HTML), Severity tag, Repo, Branch, File:Line, Hyperlink to GHAS alert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Tag format: GHAS-{owner}-{repo}-{alertNumber} — enables deduplication and auto-close lookup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Step 1: Create Logic App in Azure Portal</a:t>
            </a:r>
          </a:p>
        </p:txBody>
      </p:sp>
      <p:pic>
        <p:nvPicPr>
          <p:cNvPr id="3" name="Picture 2" descr="01-azure-portal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244635"/>
          </a:xfrm>
          <a:prstGeom prst="rect">
            <a:avLst/>
          </a:prstGeom>
        </p:spPr>
      </p:pic>
      <p:pic>
        <p:nvPicPr>
          <p:cNvPr id="4" name="Picture 3" descr="02-create-resource-logic-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5244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Azure Portal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Search &amp; Select Logic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Step 2: Configure Logic App (Consumption)</a:t>
            </a:r>
          </a:p>
        </p:txBody>
      </p:sp>
      <p:pic>
        <p:nvPicPr>
          <p:cNvPr id="3" name="Picture 2" descr="03-select-consumption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244635"/>
          </a:xfrm>
          <a:prstGeom prst="rect">
            <a:avLst/>
          </a:prstGeom>
        </p:spPr>
      </p:pic>
      <p:pic>
        <p:nvPicPr>
          <p:cNvPr id="4" name="Picture 3" descr="04-logic-app-basics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5244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Select Consumption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Configure Basics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Step 3: Logic App Deployed</a:t>
            </a:r>
          </a:p>
        </p:txBody>
      </p:sp>
      <p:pic>
        <p:nvPicPr>
          <p:cNvPr id="3" name="Picture 2" descr="05-logic-app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144000" cy="8462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Logic App Overview — Status: Enabled, 1 Trigger, 22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Workflow Designer: Full Flow</a:t>
            </a:r>
          </a:p>
        </p:txBody>
      </p:sp>
      <p:pic>
        <p:nvPicPr>
          <p:cNvPr id="3" name="Picture 2" descr="06-designer-full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144000" cy="8462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14 Compose actions normalize metadata → Condition routes to Create or Close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Workflow: Create vs Close Branches</a:t>
            </a:r>
          </a:p>
        </p:txBody>
      </p:sp>
      <p:pic>
        <p:nvPicPr>
          <p:cNvPr id="3" name="Picture 2" descr="07-designer-condition-exp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246474"/>
          </a:xfrm>
          <a:prstGeom prst="rect">
            <a:avLst/>
          </a:prstGeom>
        </p:spPr>
      </p:pic>
      <p:pic>
        <p:nvPicPr>
          <p:cNvPr id="4" name="Picture 3" descr="09-designer-both-branch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5246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Condition: Is action "created"?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True: Create WI  |  False: Close WI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Webhook Trigger &amp; ADO Integration</a:t>
            </a:r>
          </a:p>
        </p:txBody>
      </p:sp>
      <p:pic>
        <p:nvPicPr>
          <p:cNvPr id="3" name="Picture 2" descr="10-trigger-http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246474"/>
          </a:xfrm>
          <a:prstGeom prst="rect">
            <a:avLst/>
          </a:prstGeom>
        </p:spPr>
      </p:pic>
      <p:pic>
        <p:nvPicPr>
          <p:cNvPr id="4" name="Picture 3" descr="11-http-query-existing-worki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5246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HTTP Trigger (Webhook URL)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WIQL Query for Deduplication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A043"/>
                </a:solidFill>
              </a:defRPr>
            </a:pPr>
            <a:r>
              <a:t>Live Demo: Work Items Auto-Created in ADO</a:t>
            </a:r>
          </a:p>
        </p:txBody>
      </p:sp>
      <p:pic>
        <p:nvPicPr>
          <p:cNvPr id="3" name="Picture 2" descr="13-ado-work-item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144000" cy="9538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ADO Board showing GHAS-created issues (#10, #11) alongside seeded Learfield demo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A043"/>
                </a:solidFill>
              </a:defRPr>
            </a:pPr>
            <a:r>
              <a:t>End-to-End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✅  Code Scanning Alert → Created WI #9: [GHAS-CodeScan] SQL Injection vulnerability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   Tags: GHAS, CodeScanning, high, GHAS-learfield-corp-fan-portal-42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✅  Dependabot Alert → Created WI #10: [GHAS-Dependabot] Prototype Pollution in lodash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   Tags: GHAS, Dependabot, critical, GHAS-learfield-corp-fan-portal-7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✅  Secret Scanning Alert → Created WI #11: [GHAS-Secret] Azure Storage Account Key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   Tags: GHAS, SecretScanning, critical, GHAS-learfield-corp-fan-portal-3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✅  Auto-Close: Sent "fixed" webhook → WI #9 transitioned to "Done"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   History comment: "Auto-closed by GHAS-ADO Sync: Vulnerability marked as fixed"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✅  Deduplication: Duplicate webhooks do NOT create duplicate work items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Work Item Metadata — Auto-Populated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</a:defRPr>
            </a:pPr>
            <a:r>
              <a:t>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</a:defRPr>
            </a:pPr>
            <a:r>
              <a:t>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74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Alert type + rule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74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[GHAS-CodeScan] SQL Injection 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HTML with full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774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Severity, repo, branch, file, line, alert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5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Tags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803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GHAS + type + severity + dedup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8803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GHAS, CodeScanning, high, GHAS-org-repo-42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7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Hyperlink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832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Alert URL from webhook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3832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https://github.com/org/repo/security/...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19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88619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Created → To Do / Fixed → 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88619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Automatic lifecycle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</a:defRPr>
            </a:pPr>
            <a:r>
              <a:t>All 3 GHAS alert types supported:</a:t>
            </a:r>
          </a:p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</a:defRPr>
            </a:pPr>
            <a:r>
              <a:t>• Code Scanning — rule ID, severity, file path, line number</a:t>
            </a:r>
          </a:p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</a:defRPr>
            </a:pPr>
            <a:r>
              <a:t>• Dependabot — package name, advisory summary, manifest path</a:t>
            </a:r>
          </a:p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</a:defRPr>
            </a:pPr>
            <a:r>
              <a:t>• Secret Scanning — secret type, always tagged as critical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Infrastructure as Code (Bicep)</a:t>
            </a:r>
          </a:p>
        </p:txBody>
      </p:sp>
      <p:pic>
        <p:nvPicPr>
          <p:cNvPr id="3" name="Picture 2" descr="12-logic-app-code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5923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📁 Repository Structure: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infra/main.bicep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infra/modules/logic-app.bicep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infra/workflows/ghas-to-ado.json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infra/parameters.json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scripts/deploy.ps1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scripts/setup-webhooks.ps1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🚀 One-command deploy: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az deployment group create \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  --template-file infra/main.bicep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🔄 Repeatable &amp; version-controlled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🔒 PATs stored as parameters, not hardcoded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A043"/>
                </a:solidFill>
              </a:defRPr>
            </a:pPr>
            <a:r>
              <a:t>Value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⏱️  Time Saved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Eliminates manual work item creation — saves 5-10 min per vulnerability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🔗  Full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Every GHAS alert linked to an ADO work item with hyperlink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🤖  Zero Human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No developer action needed — Logic App handles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✅  Auto-Close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91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Work items automatically transition to Done when vulnerabilities are 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🛡️  No Duplicates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Tag-based deduplication prevents duplicate work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📊  Security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72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Security team sees all vulnerabilities on the ADO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🏗️  Production-Ready IaC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212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Bicep templates for repeatable, auditable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1️⃣  Connect real GitHub repos to the webhook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2️⃣  Add HMAC signature verification for security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3️⃣  Configure alert routing to specific teams/areas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4️⃣  Add Slack/Teams notifications for critical alerts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5️⃣  Set up monitoring &amp; alerting on the Logic App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6️⃣  Extend to auto-assign based on code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8C00"/>
                </a:solidFill>
              </a:defRPr>
            </a:pPr>
            <a:r>
              <a:t>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📂  GitHub Repo: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    github.com/sautalwar/ghas-ado-logic-app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☁️  Azure Resource Group: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    rg-ghas-ado-learfield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📋  ADO Project: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    dev.azure.com/brandsafway1/brandsafway_Engg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78D4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GHAS + Azure Logic Apps + Azure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</a:defRPr>
            </a:pPr>
            <a:r>
              <a:t>Automated security vulnerability tracking — from detection to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